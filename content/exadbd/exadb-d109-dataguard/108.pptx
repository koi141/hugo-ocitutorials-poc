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330" r:id="rId3"/>
    <p:sldId id="331" r:id="rId4"/>
    <p:sldId id="332" r:id="rId5"/>
    <p:sldId id="333" r:id="rId6"/>
    <p:sldId id="284" r:id="rId7"/>
    <p:sldId id="310" r:id="rId8"/>
    <p:sldId id="311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8" r:id="rId18"/>
    <p:sldId id="299" r:id="rId19"/>
    <p:sldId id="293" r:id="rId20"/>
    <p:sldId id="294" r:id="rId21"/>
    <p:sldId id="295" r:id="rId22"/>
    <p:sldId id="296" r:id="rId23"/>
    <p:sldId id="297" r:id="rId24"/>
    <p:sldId id="300" r:id="rId25"/>
    <p:sldId id="301" r:id="rId26"/>
    <p:sldId id="312" r:id="rId27"/>
    <p:sldId id="313" r:id="rId28"/>
    <p:sldId id="302" r:id="rId29"/>
    <p:sldId id="303" r:id="rId30"/>
    <p:sldId id="304" r:id="rId31"/>
    <p:sldId id="314" r:id="rId32"/>
    <p:sldId id="315" r:id="rId33"/>
    <p:sldId id="316" r:id="rId34"/>
    <p:sldId id="305" r:id="rId35"/>
    <p:sldId id="306" r:id="rId36"/>
    <p:sldId id="307" r:id="rId37"/>
    <p:sldId id="308" r:id="rId38"/>
    <p:sldId id="309" r:id="rId39"/>
    <p:sldId id="339" r:id="rId40"/>
    <p:sldId id="340" r:id="rId41"/>
    <p:sldId id="341" r:id="rId42"/>
    <p:sldId id="342" r:id="rId43"/>
    <p:sldId id="343" r:id="rId44"/>
    <p:sldId id="334" r:id="rId45"/>
    <p:sldId id="335" r:id="rId46"/>
    <p:sldId id="336" r:id="rId47"/>
    <p:sldId id="337" r:id="rId48"/>
    <p:sldId id="338" r:id="rId49"/>
    <p:sldId id="344" r:id="rId50"/>
    <p:sldId id="345" r:id="rId51"/>
    <p:sldId id="346" r:id="rId52"/>
    <p:sldId id="347" r:id="rId53"/>
    <p:sldId id="348" r:id="rId54"/>
    <p:sldId id="349" r:id="rId55"/>
    <p:sldId id="317" r:id="rId56"/>
    <p:sldId id="328" r:id="rId57"/>
    <p:sldId id="329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E9DE-F884-4C8D-B258-3B817DF0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4CE4D-F498-47BB-95AA-34F2BBB21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244B-CFBA-4264-9997-97D604C9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EA84-11F7-4E6B-A0CD-30513436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B01E-C57F-4716-9BF1-550EADF6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9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307C-663E-4FD1-AD19-58A0E93B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A47C-6289-417A-AE48-B4228FB0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76F0-6BDC-47F6-A951-9662933E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DE23-0154-4EB8-BF99-3D05BAD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3E4D3-13E2-4990-ACA1-A92B5A7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7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D690-3AAA-4E60-9E64-A85B2917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9866-AC16-434F-BFD1-39C7FF9A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5DE3-A853-479E-B6FE-356612B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391DB-00EE-4A3A-BF71-66D7F0E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BFA1-3DB1-47AC-B441-BFBCE7AD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1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334E-FA3C-49D9-9E25-339309A3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9B52-4C11-4706-8294-E27DAFB3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7FAB5-720F-499B-B554-1ED8BA21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91896-8A8E-44FD-BDE3-B82402D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A7D1-8B70-404C-8A01-817CF3DE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32D8-C2E4-4C8D-8E53-B184CA64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56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2EE2-1C8D-40DB-9677-F91E4960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66EF-AF28-423D-ABEA-CB8DAEF9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6451A-A20B-4B0C-8E5E-454CA6023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E667-A4DA-480F-8002-0C1AC5CA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126FF-22FB-43A2-AA59-CFBEDC4EC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7AB72-EA4F-434C-A573-8C061AFA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FA06B-FD8B-4FDA-BDE6-26B69EFB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D428E-6D7A-4676-9EC4-74084E36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4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2764-05E4-4701-B274-25A1DAB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F4756-C6AD-40B0-B3DE-808CCFF7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39FE-376D-4961-9ED1-BE78C35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A9E97-21AD-4473-A3B8-1B06FFC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18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EB36-ACC9-408B-BFA8-1694866E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F9565-6A5D-4BF2-9A20-C1E17CAC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8AE-C22F-444C-B9E7-3FB3931F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64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987A-91EB-441B-B352-FEBB92EA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846E-0C67-4D68-899B-A0883670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70C9-FCDC-4A26-BA61-2D6E4C1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D3B0-FEF9-40A0-8CE6-0DE52101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7B1D-8EE6-41CE-87EB-763D7CB1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8E410-9B14-4AC6-ACDE-3A4A7353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71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B78A-C10C-4360-BB98-7E414027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80F4B-F160-43C7-88A9-80049B6F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9C24-31E5-46E2-87DC-3A7C2C6DD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3A5D-F061-4BB6-8214-F4AC31AD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166D8-2C0D-46F3-BEDE-E2D226EA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AC9A-6E58-4187-A898-5F81B6B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14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9DEF-7134-46A6-9666-8D313824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3DD9B-152E-4F55-8696-959BB00B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8DCF-753C-4A8D-AE69-1E0B1A1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0DE3-2032-4950-A6F4-318A1889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A19B-EEF0-4E18-BD89-1A1F14DE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8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4B8F6-A8BB-4CBD-BF1D-53F87C225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DEA1-E878-44A4-953F-9334F29B9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FA71-CDCC-4478-9E83-EEBEC5B5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A3A5-11E7-4E40-B16C-7F910201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4272B-6628-4B46-A930-CAAD4823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9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A9AEE-A28D-4BF6-B841-0A7F866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3222-600C-4A51-8851-F1BF5941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7CDF-4ED3-4DE9-98B5-957F024F4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61627-C761-43C8-B6C4-269AA286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59CE-BC08-48FC-90A5-A8C874B5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3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E6E97-C3CC-4071-A502-21BE4261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133"/>
            <a:ext cx="12192000" cy="31117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62FC15C-0846-416E-8D83-8D2B314A2248}"/>
              </a:ext>
            </a:extLst>
          </p:cNvPr>
          <p:cNvSpPr/>
          <p:nvPr/>
        </p:nvSpPr>
        <p:spPr>
          <a:xfrm>
            <a:off x="160567" y="4316186"/>
            <a:ext cx="476248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F1F00BFE-F83F-447F-9764-D4E6F6414628}"/>
              </a:ext>
            </a:extLst>
          </p:cNvPr>
          <p:cNvSpPr/>
          <p:nvPr/>
        </p:nvSpPr>
        <p:spPr>
          <a:xfrm>
            <a:off x="250375" y="3113319"/>
            <a:ext cx="10804069" cy="1132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459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D58C2-80F1-48FF-8C78-DDD32D85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6" y="0"/>
            <a:ext cx="11967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F4B07-DF9A-452E-A7AB-A3E9C999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0" y="0"/>
            <a:ext cx="11797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51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85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ED9B9-9B40-4946-9A30-D67E285A3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88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8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5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A10BB-6F37-4130-AF14-67ECC8C6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461"/>
            <a:ext cx="12192000" cy="34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C091D-95DA-4B2A-97EE-092EBAD3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28" y="0"/>
            <a:ext cx="980276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BBDF89-8B11-4CF6-8390-F2854E6B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105" y="0"/>
            <a:ext cx="9965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0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B3961-1276-472A-BB12-440DCE0C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00" y="-32047"/>
            <a:ext cx="851252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E1F39-4A5B-463B-8150-15FDE9651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02" y="0"/>
            <a:ext cx="9003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01D2C-629E-43C0-8E4E-997011EB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3615"/>
            <a:ext cx="12192000" cy="25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8902C4-24E9-4040-A4EA-345DB388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3" y="0"/>
            <a:ext cx="994726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F1D0C-07B1-4213-97B3-E02635E1F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68" y="0"/>
            <a:ext cx="9981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6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67B5E-E58F-427E-87BD-48A3EF54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042919"/>
            <a:ext cx="9231013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39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139AB9-5A0D-4EA6-B5BC-83172B39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9" y="3563623"/>
            <a:ext cx="12192000" cy="23115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681BD-81DA-4248-9570-EB8A2B64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511"/>
            <a:ext cx="12192000" cy="237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06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55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936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370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2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2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12315-7BE2-4DE3-A9FF-0FBF55E0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555"/>
            <a:ext cx="12192000" cy="59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45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C46CC0-95AA-4934-A3CD-90FC2339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23" y="0"/>
            <a:ext cx="997455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06265-DF8B-4746-BB80-B6C7426D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0" y="0"/>
            <a:ext cx="9956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42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969066-C2EB-4CFF-B5D9-85437F5F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90" y="354913"/>
            <a:ext cx="9983593" cy="2610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D74CF-5EA8-44B5-9E9B-5C3A5987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821" y="3072902"/>
            <a:ext cx="12192000" cy="2130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A52680-01DD-4198-8B68-4C086FA5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4" y="3931595"/>
            <a:ext cx="12192000" cy="20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35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0F25B-32CB-494C-8ADF-43E0E43D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313890"/>
            <a:ext cx="7706801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4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15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81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663E4-DC12-469F-A59F-0DD6D368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411"/>
            <a:ext cx="12192000" cy="3059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0F76C2-76CB-4F0B-A844-CAAD879A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9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6F834-AB0C-4388-ABE0-997A4AE2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919"/>
            <a:ext cx="12192000" cy="525816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7BFEA13-F965-4EB9-B41C-7F32F80B8964}"/>
              </a:ext>
            </a:extLst>
          </p:cNvPr>
          <p:cNvSpPr/>
          <p:nvPr/>
        </p:nvSpPr>
        <p:spPr>
          <a:xfrm>
            <a:off x="6789772" y="5184968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4FD94B-0BBC-42E7-A975-35D1B5087325}"/>
              </a:ext>
            </a:extLst>
          </p:cNvPr>
          <p:cNvSpPr/>
          <p:nvPr/>
        </p:nvSpPr>
        <p:spPr>
          <a:xfrm>
            <a:off x="96990" y="5123982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5468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6CCF2-7344-4A7C-8506-9A15D01E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657"/>
            <a:ext cx="12192000" cy="430068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17C45C5-15AC-43D2-9E34-D52A906A5EEC}"/>
              </a:ext>
            </a:extLst>
          </p:cNvPr>
          <p:cNvSpPr/>
          <p:nvPr/>
        </p:nvSpPr>
        <p:spPr>
          <a:xfrm>
            <a:off x="10866116" y="3826187"/>
            <a:ext cx="525428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077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9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10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C25DB-E2E3-4AA2-9501-F55A715C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34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13E1C-379C-4FE3-A4F0-8497062F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487"/>
            <a:ext cx="12192000" cy="526282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AF4EAD97-0F5F-41C0-BAA9-4170E29857C9}"/>
              </a:ext>
            </a:extLst>
          </p:cNvPr>
          <p:cNvSpPr/>
          <p:nvPr/>
        </p:nvSpPr>
        <p:spPr>
          <a:xfrm>
            <a:off x="6730998" y="5223304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022422-011E-4284-AA3A-3EBDF89A16F3}"/>
              </a:ext>
            </a:extLst>
          </p:cNvPr>
          <p:cNvSpPr/>
          <p:nvPr/>
        </p:nvSpPr>
        <p:spPr>
          <a:xfrm>
            <a:off x="136116" y="5158166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0556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71B70-9B55-4531-A176-7E89EA24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3" y="1010009"/>
            <a:ext cx="12192000" cy="51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87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AB081-4040-480F-BEB4-F88DA4F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14" y="0"/>
            <a:ext cx="5002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41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7A5AB-E42C-4C53-8418-7181F57E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607"/>
            <a:ext cx="12192000" cy="52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92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7912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6028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056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322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22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E87F8-4580-400A-BAB2-2646067A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571"/>
            <a:ext cx="12192000" cy="4784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ABA0E4-80AF-4671-9CD5-55EF19A5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08" y="1486316"/>
            <a:ext cx="12192000" cy="47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89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3940A-688E-403F-9C40-E86D90C3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658"/>
            <a:ext cx="12192000" cy="547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A410F-D4A1-4A7E-8CCB-66BD3938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87" y="1207818"/>
            <a:ext cx="12192000" cy="54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77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8D9781-CF8A-4054-9C45-A5A8B100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36" y="0"/>
            <a:ext cx="988475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6F8FC2-3A85-474D-8AA8-EA871BEE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075" y="880217"/>
            <a:ext cx="9891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2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96D33-5844-48B3-AB83-58C644C7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641"/>
            <a:ext cx="12192000" cy="5974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3CCAD-F8F4-4EB5-BD2A-20DDEBB5C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62" y="1058829"/>
            <a:ext cx="12192000" cy="59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90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8762C-9D67-49DD-9F63-5B50192F0BF6}"/>
              </a:ext>
            </a:extLst>
          </p:cNvPr>
          <p:cNvSpPr txBox="1"/>
          <p:nvPr/>
        </p:nvSpPr>
        <p:spPr>
          <a:xfrm>
            <a:off x="3631963" y="4001843"/>
            <a:ext cx="2666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Tokyo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su</a:t>
            </a:r>
            <a:r>
              <a:rPr lang="en-US" altLang="ja-JP" dirty="0"/>
              <a:t> – oracle</a:t>
            </a:r>
          </a:p>
          <a:p>
            <a:r>
              <a:rPr lang="en-US" altLang="ja-JP" dirty="0" err="1"/>
              <a:t>tnsping</a:t>
            </a:r>
            <a:r>
              <a:rPr lang="en-US" altLang="ja-JP" dirty="0"/>
              <a:t> 10.1.0.111</a:t>
            </a:r>
          </a:p>
          <a:p>
            <a:r>
              <a:rPr kumimoji="1" lang="en-US" altLang="ja-JP" dirty="0" err="1"/>
              <a:t>tns</a:t>
            </a:r>
            <a:r>
              <a:rPr lang="en-US" altLang="ja-JP" dirty="0" err="1"/>
              <a:t>ping</a:t>
            </a:r>
            <a:r>
              <a:rPr lang="en-US" altLang="ja-JP" dirty="0"/>
              <a:t> 10.1.0.19</a:t>
            </a:r>
            <a:endParaRPr kumimoji="1" lang="ja-JP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343E4-080F-4B2A-9640-60943B06AD3E}"/>
              </a:ext>
            </a:extLst>
          </p:cNvPr>
          <p:cNvSpPr txBox="1"/>
          <p:nvPr/>
        </p:nvSpPr>
        <p:spPr>
          <a:xfrm>
            <a:off x="3631963" y="2597921"/>
            <a:ext cx="2905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Osaka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su</a:t>
            </a:r>
            <a:r>
              <a:rPr kumimoji="1" lang="en-US" altLang="ja-JP" dirty="0"/>
              <a:t> – grid</a:t>
            </a:r>
          </a:p>
          <a:p>
            <a:r>
              <a:rPr kumimoji="1" lang="en-US" altLang="ja-JP" dirty="0" err="1"/>
              <a:t>lsnrctl</a:t>
            </a:r>
            <a:r>
              <a:rPr kumimoji="1" lang="en-US" altLang="ja-JP" dirty="0"/>
              <a:t> status</a:t>
            </a:r>
          </a:p>
          <a:p>
            <a:r>
              <a:rPr kumimoji="1" lang="ja-JP" altLang="en-US" dirty="0"/>
              <a:t>リスナーの</a:t>
            </a:r>
            <a:r>
              <a:rPr kumimoji="1" lang="en-US" altLang="ja-JP" dirty="0"/>
              <a:t>IP</a:t>
            </a:r>
            <a:r>
              <a:rPr kumimoji="1" lang="ja-JP" altLang="en-US" dirty="0"/>
              <a:t>確認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D878C6-0E90-4872-94AC-8C31D49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接続確認 </a:t>
            </a:r>
            <a:r>
              <a:rPr kumimoji="1" lang="en-US" altLang="ja-JP" b="1" dirty="0" err="1"/>
              <a:t>tnsping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1935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40304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6828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3666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05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586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398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21696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07199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186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15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047AF-3C22-491A-98AF-59410DEA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306"/>
            <a:ext cx="12192000" cy="231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377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A94C4-863B-4C33-AC14-61F41EE1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591"/>
            <a:ext cx="12192000" cy="24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52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4D9ED-E439-4FC6-A919-DB5D80BF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9" y="0"/>
            <a:ext cx="11398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558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E6A24-F4B3-4E57-9121-4A251646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9047"/>
            <a:ext cx="11345858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003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776C4-A8AA-4C30-B83D-CB57D79D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050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C8B14-2FD4-4AE6-BFBF-89BE7000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393"/>
            <a:ext cx="12192000" cy="62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459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393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05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54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5048</TotalTime>
  <Words>45</Words>
  <Application>Microsoft Office PowerPoint</Application>
  <PresentationFormat>Widescreen</PresentationFormat>
  <Paragraphs>9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接続確認 tnsping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Takuya Miyamoto</dc:creator>
  <cp:lastModifiedBy>Takuya Miyamoto</cp:lastModifiedBy>
  <cp:revision>98</cp:revision>
  <dcterms:created xsi:type="dcterms:W3CDTF">2022-06-28T05:07:52Z</dcterms:created>
  <dcterms:modified xsi:type="dcterms:W3CDTF">2022-12-14T02:03:26Z</dcterms:modified>
</cp:coreProperties>
</file>