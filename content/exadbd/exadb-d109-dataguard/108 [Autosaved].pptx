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330" r:id="rId3"/>
    <p:sldId id="331" r:id="rId4"/>
    <p:sldId id="332" r:id="rId5"/>
    <p:sldId id="333" r:id="rId6"/>
    <p:sldId id="284" r:id="rId7"/>
    <p:sldId id="310" r:id="rId8"/>
    <p:sldId id="311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8" r:id="rId18"/>
    <p:sldId id="299" r:id="rId19"/>
    <p:sldId id="293" r:id="rId20"/>
    <p:sldId id="294" r:id="rId21"/>
    <p:sldId id="295" r:id="rId22"/>
    <p:sldId id="296" r:id="rId23"/>
    <p:sldId id="297" r:id="rId24"/>
    <p:sldId id="300" r:id="rId25"/>
    <p:sldId id="301" r:id="rId26"/>
    <p:sldId id="312" r:id="rId27"/>
    <p:sldId id="313" r:id="rId28"/>
    <p:sldId id="302" r:id="rId29"/>
    <p:sldId id="303" r:id="rId30"/>
    <p:sldId id="304" r:id="rId31"/>
    <p:sldId id="314" r:id="rId32"/>
    <p:sldId id="315" r:id="rId33"/>
    <p:sldId id="316" r:id="rId34"/>
    <p:sldId id="305" r:id="rId35"/>
    <p:sldId id="306" r:id="rId36"/>
    <p:sldId id="307" r:id="rId37"/>
    <p:sldId id="308" r:id="rId38"/>
    <p:sldId id="309" r:id="rId39"/>
    <p:sldId id="339" r:id="rId40"/>
    <p:sldId id="340" r:id="rId41"/>
    <p:sldId id="341" r:id="rId42"/>
    <p:sldId id="342" r:id="rId43"/>
    <p:sldId id="343" r:id="rId44"/>
    <p:sldId id="334" r:id="rId45"/>
    <p:sldId id="335" r:id="rId46"/>
    <p:sldId id="336" r:id="rId47"/>
    <p:sldId id="337" r:id="rId48"/>
    <p:sldId id="338" r:id="rId49"/>
    <p:sldId id="344" r:id="rId50"/>
    <p:sldId id="345" r:id="rId51"/>
    <p:sldId id="346" r:id="rId52"/>
    <p:sldId id="347" r:id="rId53"/>
    <p:sldId id="348" r:id="rId54"/>
    <p:sldId id="349" r:id="rId55"/>
    <p:sldId id="317" r:id="rId56"/>
    <p:sldId id="328" r:id="rId57"/>
    <p:sldId id="329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51" r:id="rId68"/>
    <p:sldId id="327" r:id="rId69"/>
    <p:sldId id="350" r:id="rId70"/>
    <p:sldId id="352" r:id="rId71"/>
    <p:sldId id="353" r:id="rId72"/>
    <p:sldId id="354" r:id="rId73"/>
    <p:sldId id="355" r:id="rId74"/>
    <p:sldId id="356" r:id="rId75"/>
    <p:sldId id="357" r:id="rId76"/>
    <p:sldId id="358" r:id="rId77"/>
    <p:sldId id="359" r:id="rId78"/>
    <p:sldId id="360" r:id="rId79"/>
    <p:sldId id="361" r:id="rId80"/>
    <p:sldId id="362" r:id="rId81"/>
    <p:sldId id="363" r:id="rId82"/>
    <p:sldId id="364" r:id="rId83"/>
    <p:sldId id="365" r:id="rId84"/>
    <p:sldId id="366" r:id="rId85"/>
    <p:sldId id="367" r:id="rId86"/>
    <p:sldId id="368" r:id="rId87"/>
    <p:sldId id="369" r:id="rId88"/>
    <p:sldId id="370" r:id="rId89"/>
    <p:sldId id="371" r:id="rId90"/>
    <p:sldId id="372" r:id="rId91"/>
    <p:sldId id="373" r:id="rId92"/>
    <p:sldId id="374" r:id="rId93"/>
    <p:sldId id="375" r:id="rId9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505353B-8848-4284-B948-385198A5767B}">
          <p14:sldIdLst>
            <p14:sldId id="283"/>
            <p14:sldId id="330"/>
            <p14:sldId id="331"/>
            <p14:sldId id="332"/>
            <p14:sldId id="333"/>
            <p14:sldId id="284"/>
            <p14:sldId id="310"/>
            <p14:sldId id="311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8"/>
            <p14:sldId id="299"/>
            <p14:sldId id="293"/>
            <p14:sldId id="294"/>
            <p14:sldId id="295"/>
            <p14:sldId id="296"/>
            <p14:sldId id="297"/>
            <p14:sldId id="300"/>
            <p14:sldId id="301"/>
            <p14:sldId id="312"/>
            <p14:sldId id="313"/>
            <p14:sldId id="302"/>
            <p14:sldId id="303"/>
            <p14:sldId id="304"/>
            <p14:sldId id="314"/>
            <p14:sldId id="315"/>
            <p14:sldId id="316"/>
            <p14:sldId id="305"/>
            <p14:sldId id="306"/>
            <p14:sldId id="307"/>
            <p14:sldId id="308"/>
            <p14:sldId id="309"/>
            <p14:sldId id="339"/>
            <p14:sldId id="340"/>
            <p14:sldId id="341"/>
            <p14:sldId id="342"/>
            <p14:sldId id="343"/>
            <p14:sldId id="334"/>
            <p14:sldId id="335"/>
            <p14:sldId id="336"/>
            <p14:sldId id="337"/>
            <p14:sldId id="338"/>
            <p14:sldId id="344"/>
            <p14:sldId id="345"/>
            <p14:sldId id="346"/>
            <p14:sldId id="347"/>
            <p14:sldId id="348"/>
            <p14:sldId id="349"/>
            <p14:sldId id="317"/>
            <p14:sldId id="328"/>
            <p14:sldId id="329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51"/>
            <p14:sldId id="327"/>
            <p14:sldId id="350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8E9DE-F884-4C8D-B258-3B817DF08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4CE4D-F498-47BB-95AA-34F2BBB21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1244B-CFBA-4264-9997-97D604C9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CEA84-11F7-4E6B-A0CD-30513436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9B01E-C57F-4716-9BF1-550EADF64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193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A307C-663E-4FD1-AD19-58A0E93B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4A47C-6289-417A-AE48-B4228FB0A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176F0-6BDC-47F6-A951-9662933E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8DE23-0154-4EB8-BF99-3D05BAD7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3E4D3-13E2-4990-ACA1-A92B5A7D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72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D690-3AAA-4E60-9E64-A85B2917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E9866-AC16-434F-BFD1-39C7FF9A7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5DE3-A853-479E-B6FE-356612B8E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391DB-00EE-4A3A-BF71-66D7F0E7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BFA1-3DB1-47AC-B441-BFBCE7AD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516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9334E-FA3C-49D9-9E25-339309A3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49B52-4C11-4706-8294-E27DAFB38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7FAB5-720F-499B-B554-1ED8BA21D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91896-8A8E-44FD-BDE3-B82402DE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7A7D1-8B70-404C-8A01-817CF3DE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732D8-C2E4-4C8D-8E53-B184CA64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56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2EE2-1C8D-40DB-9677-F91E4960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A66EF-AF28-423D-ABEA-CB8DAEF92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6451A-A20B-4B0C-8E5E-454CA6023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4E667-A4DA-480F-8002-0C1AC5CA1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B126FF-22FB-43A2-AA59-CFBEDC4EC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7AB72-EA4F-434C-A573-8C061AFA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FA06B-FD8B-4FDA-BDE6-26B69EFB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D428E-6D7A-4676-9EC4-74084E36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14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2764-05E4-4701-B274-25A1DAB9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BF4756-C6AD-40B0-B3DE-808CCFF7D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E39FE-376D-4961-9ED1-BE78C35B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A9E97-21AD-4473-A3B8-1B06FFCE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18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4EB36-ACC9-408B-BFA8-1694866E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0F9565-6A5D-4BF2-9A20-C1E17CAC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698AE-C22F-444C-B9E7-3FB3931F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64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987A-91EB-441B-B352-FEBB92EA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E846E-0C67-4D68-899B-A0883670E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870C9-FCDC-4A26-BA61-2D6E4C1C6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DD3B0-FEF9-40A0-8CE6-0DE52101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D7B1D-8EE6-41CE-87EB-763D7CB17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8E410-9B14-4AC6-ACDE-3A4A7353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471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BB78A-C10C-4360-BB98-7E4140276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280F4B-F160-43C7-88A9-80049B6FC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09C24-31E5-46E2-87DC-3A7C2C6DD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13A5D-F061-4BB6-8214-F4AC31AD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166D8-2C0D-46F3-BEDE-E2D226EA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0AC9A-6E58-4187-A898-5F81B6BC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914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9DEF-7134-46A6-9666-8D313824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3DD9B-152E-4F55-8696-959BB00B7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F8DCF-753C-4A8D-AE69-1E0B1A1F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C0DE3-2032-4950-A6F4-318A18898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BA19B-EEF0-4E18-BD89-1A1F14DE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398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04B8F6-A8BB-4CBD-BF1D-53F87C225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0DEA1-E878-44A4-953F-9334F29B9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DFA71-CDCC-4478-9E83-EEBEC5B50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9A3A5-11E7-4E40-B16C-7F910201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4272B-6628-4B46-A930-CAAD4823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95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FA9AEE-A28D-4BF6-B841-0A7F8664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03222-600C-4A51-8851-F1BF59414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F7CDF-4ED3-4DE9-98B5-957F024F4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532AA-C4A1-4154-8596-7323A5A46318}" type="datetimeFigureOut">
              <a:rPr kumimoji="1" lang="ja-JP" altLang="en-US" smtClean="0"/>
              <a:t>2022/12/14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61627-C761-43C8-B6C4-269AA286C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B59CE-BC08-48FC-90A5-A8C874B59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832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E6E97-C3CC-4071-A502-21BE4261B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3133"/>
            <a:ext cx="12192000" cy="3111734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862FC15C-0846-416E-8D83-8D2B314A2248}"/>
              </a:ext>
            </a:extLst>
          </p:cNvPr>
          <p:cNvSpPr/>
          <p:nvPr/>
        </p:nvSpPr>
        <p:spPr>
          <a:xfrm>
            <a:off x="160567" y="4316186"/>
            <a:ext cx="476248" cy="272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5">
            <a:extLst>
              <a:ext uri="{FF2B5EF4-FFF2-40B4-BE49-F238E27FC236}">
                <a16:creationId xmlns:a16="http://schemas.microsoft.com/office/drawing/2014/main" id="{F1F00BFE-F83F-447F-9764-D4E6F6414628}"/>
              </a:ext>
            </a:extLst>
          </p:cNvPr>
          <p:cNvSpPr/>
          <p:nvPr/>
        </p:nvSpPr>
        <p:spPr>
          <a:xfrm>
            <a:off x="250375" y="3113319"/>
            <a:ext cx="10804069" cy="11321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14596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9D58C2-80F1-48FF-8C78-DDD32D85A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6" y="0"/>
            <a:ext cx="11967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AF4B07-DF9A-452E-A7AB-A3E9C9992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90" y="0"/>
            <a:ext cx="11797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78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511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854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9ED9B9-9B40-4946-9A30-D67E285A3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288"/>
            <a:ext cx="12192000" cy="570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82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B755A-5000-4FEA-9864-041E6F0F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075"/>
            <a:ext cx="1219200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6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330E0-FC4C-43A7-8A7D-86E88531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903"/>
            <a:ext cx="12192000" cy="444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5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AA10BB-6F37-4130-AF14-67ECC8C6D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0461"/>
            <a:ext cx="12192000" cy="349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66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5C091D-95DA-4B2A-97EE-092EBAD39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28" y="0"/>
            <a:ext cx="980276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BBDF89-8B11-4CF6-8390-F2854E6B1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105" y="0"/>
            <a:ext cx="9965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00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B3961-1276-472A-BB12-440DCE0C1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00" y="-32047"/>
            <a:ext cx="851252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6E1F39-4A5B-463B-8150-15FDE9651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402" y="0"/>
            <a:ext cx="9003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80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01D2C-629E-43C0-8E4E-997011EB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3615"/>
            <a:ext cx="12192000" cy="251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87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8902C4-24E9-4040-A4EA-345DB3889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3" y="0"/>
            <a:ext cx="994726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3F1D0C-07B1-4213-97B3-E02635E1F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168" y="0"/>
            <a:ext cx="9981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64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D67B5E-E58F-427E-87BD-48A3EF54C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93" y="2042919"/>
            <a:ext cx="9231013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39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C139AB9-5A0D-4EA6-B5BC-83172B394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19" y="3563623"/>
            <a:ext cx="12192000" cy="23115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5681BD-81DA-4248-9570-EB8A2B646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2511"/>
            <a:ext cx="12192000" cy="237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06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1A1ED3-959D-4AA2-8361-9447A4111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75758"/>
            <a:ext cx="8840434" cy="650648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5CA1EDC3-2BB9-4D4F-87EB-1558763FBC76}"/>
              </a:ext>
            </a:extLst>
          </p:cNvPr>
          <p:cNvSpPr/>
          <p:nvPr/>
        </p:nvSpPr>
        <p:spPr>
          <a:xfrm>
            <a:off x="1901578" y="2783599"/>
            <a:ext cx="1322885" cy="31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B97AB3A5-DB59-48DE-8695-DC720C272E93}"/>
              </a:ext>
            </a:extLst>
          </p:cNvPr>
          <p:cNvSpPr/>
          <p:nvPr/>
        </p:nvSpPr>
        <p:spPr>
          <a:xfrm>
            <a:off x="7676879" y="2212959"/>
            <a:ext cx="2189159" cy="27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855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2D230-0C5D-4DEB-AF52-0F9483D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5"/>
            <a:ext cx="12192000" cy="593725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77929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68245" y="5545129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04513" y="5755718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27277" y="2700481"/>
            <a:ext cx="9493916" cy="1078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134884" y="5488607"/>
            <a:ext cx="1801981" cy="260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19368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A178B3-1E3A-4B01-8C92-BB28ADEA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43902" y="2675542"/>
            <a:ext cx="6867094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55696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72171" y="5511878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21139" y="5747405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9070834" y="2311980"/>
            <a:ext cx="1328156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AF85FFB3-E954-41F1-88F9-7B66F8D11944}"/>
              </a:ext>
            </a:extLst>
          </p:cNvPr>
          <p:cNvSpPr/>
          <p:nvPr/>
        </p:nvSpPr>
        <p:spPr>
          <a:xfrm>
            <a:off x="10465723" y="2675542"/>
            <a:ext cx="672549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63702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46D64-21A3-4253-A812-6AD5A0DCE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867"/>
            <a:ext cx="12192000" cy="4350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4EEB5E-A3BB-4A3D-B9D1-8D282F84E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29" y="1813573"/>
            <a:ext cx="12192000" cy="435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29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5F8111-A174-47C3-9BD5-D436A4054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4" y="328349"/>
            <a:ext cx="12192000" cy="4868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2D1C44-3D68-41B4-A938-CE2D8A6E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27" y="1560101"/>
            <a:ext cx="12192000" cy="519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62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912315-7BE2-4DE3-A9FF-0FBF55E06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555"/>
            <a:ext cx="12192000" cy="598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45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C46CC0-95AA-4934-A3CD-90FC2339C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23" y="0"/>
            <a:ext cx="997455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B06265-DF8B-4746-BB80-B6C7426D1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60" y="0"/>
            <a:ext cx="9956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42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969066-C2EB-4CFF-B5D9-85437F5F5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390" y="354913"/>
            <a:ext cx="9983593" cy="26102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5D74CF-5EA8-44B5-9E9B-5C3A5987D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821" y="3072902"/>
            <a:ext cx="12192000" cy="21307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A52680-01DD-4198-8B68-4C086FA5D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24" y="3931595"/>
            <a:ext cx="12192000" cy="207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35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0F25B-32CB-494C-8ADF-43E0E43DD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99" y="313890"/>
            <a:ext cx="7706801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64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C66199-F0F5-4DCE-BA49-89E23FD3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467"/>
            <a:ext cx="12192000" cy="570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15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B755A-5000-4FEA-9864-041E6F0F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075"/>
            <a:ext cx="1219200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1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330E0-FC4C-43A7-8A7D-86E88531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903"/>
            <a:ext cx="12192000" cy="444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81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E663E4-DC12-469F-A59F-0DD6D3685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9411"/>
            <a:ext cx="12192000" cy="3059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0F76C2-76CB-4F0B-A844-CAAD879A6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6621"/>
            <a:ext cx="12192000" cy="296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09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C6F834-AB0C-4388-ABE0-997A4AE25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919"/>
            <a:ext cx="12192000" cy="5258161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F7BFEA13-F965-4EB9-B41C-7F32F80B8964}"/>
              </a:ext>
            </a:extLst>
          </p:cNvPr>
          <p:cNvSpPr/>
          <p:nvPr/>
        </p:nvSpPr>
        <p:spPr>
          <a:xfrm>
            <a:off x="6789772" y="5184968"/>
            <a:ext cx="388695" cy="2757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D4FD94B-0BBC-42E7-A975-35D1B5087325}"/>
              </a:ext>
            </a:extLst>
          </p:cNvPr>
          <p:cNvSpPr/>
          <p:nvPr/>
        </p:nvSpPr>
        <p:spPr>
          <a:xfrm>
            <a:off x="96990" y="5123982"/>
            <a:ext cx="1911272" cy="516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35468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6CCF2-7344-4A7C-8506-9A15D01E2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8657"/>
            <a:ext cx="12192000" cy="4300686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E17C45C5-15AC-43D2-9E34-D52A906A5EEC}"/>
              </a:ext>
            </a:extLst>
          </p:cNvPr>
          <p:cNvSpPr/>
          <p:nvPr/>
        </p:nvSpPr>
        <p:spPr>
          <a:xfrm>
            <a:off x="10866116" y="3826187"/>
            <a:ext cx="525428" cy="2757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08077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C66199-F0F5-4DCE-BA49-89E23FD3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467"/>
            <a:ext cx="12192000" cy="570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9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B755A-5000-4FEA-9864-041E6F0F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075"/>
            <a:ext cx="1219200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6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330E0-FC4C-43A7-8A7D-86E88531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903"/>
            <a:ext cx="12192000" cy="444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10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DC25DB-E2E3-4AA2-9501-F55A715C8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6621"/>
            <a:ext cx="12192000" cy="296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347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F13E1C-379C-4FE3-A4F0-8497062F4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487"/>
            <a:ext cx="12192000" cy="5262826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AF4EAD97-0F5F-41C0-BAA9-4170E29857C9}"/>
              </a:ext>
            </a:extLst>
          </p:cNvPr>
          <p:cNvSpPr/>
          <p:nvPr/>
        </p:nvSpPr>
        <p:spPr>
          <a:xfrm>
            <a:off x="6730998" y="5223304"/>
            <a:ext cx="388695" cy="2757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0022422-011E-4284-AA3A-3EBDF89A16F3}"/>
              </a:ext>
            </a:extLst>
          </p:cNvPr>
          <p:cNvSpPr/>
          <p:nvPr/>
        </p:nvSpPr>
        <p:spPr>
          <a:xfrm>
            <a:off x="136116" y="5158166"/>
            <a:ext cx="1911272" cy="516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05569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71B70-9B55-4531-A176-7E89EA24E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73" y="1010009"/>
            <a:ext cx="12192000" cy="516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873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3AB081-4040-480F-BEB4-F88DA4FF7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614" y="0"/>
            <a:ext cx="5002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8418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27A5AB-E42C-4C53-8418-7181F57E9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4607"/>
            <a:ext cx="12192000" cy="522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921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1A1ED3-959D-4AA2-8361-9447A4111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75758"/>
            <a:ext cx="8840434" cy="650648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5CA1EDC3-2BB9-4D4F-87EB-1558763FBC76}"/>
              </a:ext>
            </a:extLst>
          </p:cNvPr>
          <p:cNvSpPr/>
          <p:nvPr/>
        </p:nvSpPr>
        <p:spPr>
          <a:xfrm>
            <a:off x="1901578" y="2783599"/>
            <a:ext cx="1322885" cy="31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B97AB3A5-DB59-48DE-8695-DC720C272E93}"/>
              </a:ext>
            </a:extLst>
          </p:cNvPr>
          <p:cNvSpPr/>
          <p:nvPr/>
        </p:nvSpPr>
        <p:spPr>
          <a:xfrm>
            <a:off x="7676879" y="2212959"/>
            <a:ext cx="2189159" cy="27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7912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2D230-0C5D-4DEB-AF52-0F9483D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5"/>
            <a:ext cx="12192000" cy="593725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77929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68245" y="5545129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04513" y="5755718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27277" y="2700481"/>
            <a:ext cx="9493916" cy="1078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134884" y="5488607"/>
            <a:ext cx="1801981" cy="260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560282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A178B3-1E3A-4B01-8C92-BB28ADEA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43902" y="2675542"/>
            <a:ext cx="6867094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55696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72171" y="5511878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21139" y="5747405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9070834" y="2311980"/>
            <a:ext cx="1328156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AF85FFB3-E954-41F1-88F9-7B66F8D11944}"/>
              </a:ext>
            </a:extLst>
          </p:cNvPr>
          <p:cNvSpPr/>
          <p:nvPr/>
        </p:nvSpPr>
        <p:spPr>
          <a:xfrm>
            <a:off x="10465723" y="2675542"/>
            <a:ext cx="672549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50564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46D64-21A3-4253-A812-6AD5A0DCE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867"/>
            <a:ext cx="12192000" cy="4350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4EEB5E-A3BB-4A3D-B9D1-8D282F84E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29" y="1813573"/>
            <a:ext cx="12192000" cy="435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322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5F8111-A174-47C3-9BD5-D436A4054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4" y="328349"/>
            <a:ext cx="12192000" cy="4868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2D1C44-3D68-41B4-A938-CE2D8A6E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27" y="1560101"/>
            <a:ext cx="12192000" cy="519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220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9E87F8-4580-400A-BAB2-2646067A2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571"/>
            <a:ext cx="12192000" cy="47848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ABA0E4-80AF-4671-9CD5-55EF19A5F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308" y="1486316"/>
            <a:ext cx="12192000" cy="477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897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C3940A-688E-403F-9C40-E86D90C3F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658"/>
            <a:ext cx="12192000" cy="5478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AA410F-D4A1-4A7E-8CCB-66BD39384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87" y="1207818"/>
            <a:ext cx="12192000" cy="545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771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8D9781-CF8A-4054-9C45-A5A8B1002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36" y="0"/>
            <a:ext cx="988475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6F8FC2-3A85-474D-8AA8-EA871BEE0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075" y="880217"/>
            <a:ext cx="9891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622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296D33-5844-48B3-AB83-58C644C70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641"/>
            <a:ext cx="12192000" cy="5974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E3CCAD-F8F4-4EB5-BD2A-20DDEBB5C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62" y="1058829"/>
            <a:ext cx="12192000" cy="597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905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28762C-9D67-49DD-9F63-5B50192F0BF6}"/>
              </a:ext>
            </a:extLst>
          </p:cNvPr>
          <p:cNvSpPr txBox="1"/>
          <p:nvPr/>
        </p:nvSpPr>
        <p:spPr>
          <a:xfrm>
            <a:off x="3631963" y="4001843"/>
            <a:ext cx="2666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Tokyo</a:t>
            </a:r>
            <a:r>
              <a:rPr kumimoji="1" lang="ja-JP" altLang="en-US" dirty="0"/>
              <a:t>側の実行コマンド</a:t>
            </a:r>
            <a:endParaRPr kumimoji="1" lang="en-US" altLang="ja-JP" dirty="0"/>
          </a:p>
          <a:p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su</a:t>
            </a:r>
            <a:r>
              <a:rPr lang="en-US" altLang="ja-JP" dirty="0"/>
              <a:t> – oracle</a:t>
            </a:r>
          </a:p>
          <a:p>
            <a:r>
              <a:rPr lang="en-US" altLang="ja-JP" dirty="0" err="1"/>
              <a:t>tnsping</a:t>
            </a:r>
            <a:r>
              <a:rPr lang="en-US" altLang="ja-JP" dirty="0"/>
              <a:t> 10.1.0.111</a:t>
            </a:r>
          </a:p>
          <a:p>
            <a:r>
              <a:rPr kumimoji="1" lang="en-US" altLang="ja-JP" dirty="0" err="1"/>
              <a:t>tns</a:t>
            </a:r>
            <a:r>
              <a:rPr lang="en-US" altLang="ja-JP" dirty="0" err="1"/>
              <a:t>ping</a:t>
            </a:r>
            <a:r>
              <a:rPr lang="en-US" altLang="ja-JP" dirty="0"/>
              <a:t> 10.1.0.19</a:t>
            </a:r>
            <a:endParaRPr kumimoji="1" lang="ja-JP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343E4-080F-4B2A-9640-60943B06AD3E}"/>
              </a:ext>
            </a:extLst>
          </p:cNvPr>
          <p:cNvSpPr txBox="1"/>
          <p:nvPr/>
        </p:nvSpPr>
        <p:spPr>
          <a:xfrm>
            <a:off x="3631963" y="2597921"/>
            <a:ext cx="2905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Osaka</a:t>
            </a:r>
            <a:r>
              <a:rPr kumimoji="1" lang="ja-JP" altLang="en-US" dirty="0"/>
              <a:t>側の実行コマンド</a:t>
            </a:r>
            <a:endParaRPr kumimoji="1" lang="en-US" altLang="ja-JP" dirty="0"/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su</a:t>
            </a:r>
            <a:r>
              <a:rPr kumimoji="1" lang="en-US" altLang="ja-JP" dirty="0"/>
              <a:t> – grid</a:t>
            </a:r>
          </a:p>
          <a:p>
            <a:r>
              <a:rPr kumimoji="1" lang="en-US" altLang="ja-JP" dirty="0" err="1"/>
              <a:t>lsnrctl</a:t>
            </a:r>
            <a:r>
              <a:rPr kumimoji="1" lang="en-US" altLang="ja-JP" dirty="0"/>
              <a:t> status</a:t>
            </a:r>
          </a:p>
          <a:p>
            <a:r>
              <a:rPr kumimoji="1" lang="ja-JP" altLang="en-US" dirty="0"/>
              <a:t>リスナーの</a:t>
            </a:r>
            <a:r>
              <a:rPr kumimoji="1" lang="en-US" altLang="ja-JP" dirty="0"/>
              <a:t>IP</a:t>
            </a:r>
            <a:r>
              <a:rPr kumimoji="1" lang="ja-JP" altLang="en-US" dirty="0"/>
              <a:t>確認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D878C6-0E90-4872-94AC-8C31D494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接続確認 </a:t>
            </a:r>
            <a:r>
              <a:rPr kumimoji="1" lang="en-US" altLang="ja-JP" b="1" dirty="0" err="1"/>
              <a:t>tnsping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719354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B4CEF6-CA37-45F2-BEF3-0E5B2D93D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75758"/>
            <a:ext cx="8840434" cy="650648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7F7A4EF3-DD39-40DB-A49B-8C3C2B5FA9FF}"/>
              </a:ext>
            </a:extLst>
          </p:cNvPr>
          <p:cNvSpPr/>
          <p:nvPr/>
        </p:nvSpPr>
        <p:spPr>
          <a:xfrm>
            <a:off x="1901578" y="2783599"/>
            <a:ext cx="1322885" cy="31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0EDA5195-F7B3-49C7-9CA2-70C83939D926}"/>
              </a:ext>
            </a:extLst>
          </p:cNvPr>
          <p:cNvSpPr/>
          <p:nvPr/>
        </p:nvSpPr>
        <p:spPr>
          <a:xfrm>
            <a:off x="7676879" y="2212959"/>
            <a:ext cx="2189159" cy="27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40304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2D230-0C5D-4DEB-AF52-0F9483D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5"/>
            <a:ext cx="12192000" cy="593725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77929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68245" y="5545129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04513" y="5755718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27277" y="2700481"/>
            <a:ext cx="9493916" cy="1078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134884" y="5488607"/>
            <a:ext cx="1801981" cy="260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868281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A178B3-1E3A-4B01-8C92-BB28ADEA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43902" y="2675542"/>
            <a:ext cx="6867094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55696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72171" y="5511878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21139" y="5747405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9070834" y="2311980"/>
            <a:ext cx="1328156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AF85FFB3-E954-41F1-88F9-7B66F8D11944}"/>
              </a:ext>
            </a:extLst>
          </p:cNvPr>
          <p:cNvSpPr/>
          <p:nvPr/>
        </p:nvSpPr>
        <p:spPr>
          <a:xfrm>
            <a:off x="10465723" y="2675542"/>
            <a:ext cx="672549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736660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D6075-1A35-40CC-803B-DCB240850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9006"/>
            <a:ext cx="12192000" cy="355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056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5860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5398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B4CEF6-CA37-45F2-BEF3-0E5B2D93D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75758"/>
            <a:ext cx="8840434" cy="650648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7F7A4EF3-DD39-40DB-A49B-8C3C2B5FA9FF}"/>
              </a:ext>
            </a:extLst>
          </p:cNvPr>
          <p:cNvSpPr/>
          <p:nvPr/>
        </p:nvSpPr>
        <p:spPr>
          <a:xfrm>
            <a:off x="1901578" y="2783599"/>
            <a:ext cx="1322885" cy="31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0EDA5195-F7B3-49C7-9CA2-70C83939D926}"/>
              </a:ext>
            </a:extLst>
          </p:cNvPr>
          <p:cNvSpPr/>
          <p:nvPr/>
        </p:nvSpPr>
        <p:spPr>
          <a:xfrm>
            <a:off x="7676879" y="2212959"/>
            <a:ext cx="2189159" cy="27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421696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2D230-0C5D-4DEB-AF52-0F9483D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5"/>
            <a:ext cx="12192000" cy="593725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77929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68245" y="5545129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04513" y="5755718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27277" y="2700481"/>
            <a:ext cx="9493916" cy="1078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134884" y="5488607"/>
            <a:ext cx="1801981" cy="260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07199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A178B3-1E3A-4B01-8C92-BB28ADEA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43902" y="2675542"/>
            <a:ext cx="6867094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55696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72171" y="5511878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21139" y="5747405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9070834" y="2311980"/>
            <a:ext cx="1328156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AF85FFB3-E954-41F1-88F9-7B66F8D11944}"/>
              </a:ext>
            </a:extLst>
          </p:cNvPr>
          <p:cNvSpPr/>
          <p:nvPr/>
        </p:nvSpPr>
        <p:spPr>
          <a:xfrm>
            <a:off x="10465723" y="2675542"/>
            <a:ext cx="672549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51868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D6075-1A35-40CC-803B-DCB240850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9006"/>
            <a:ext cx="12192000" cy="355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155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F047AF-3C22-491A-98AF-59410DEA8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2306"/>
            <a:ext cx="12192000" cy="231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6377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2A94C4-863B-4C33-AC14-61F41EE1C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8591"/>
            <a:ext cx="12192000" cy="248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525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4D9ED-E439-4FC6-A919-DB5D80BF1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09" y="0"/>
            <a:ext cx="11398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558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8E6A24-F4B3-4E57-9121-4A251646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9047"/>
            <a:ext cx="11345858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003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4776C4-A8AA-4C30-B83D-CB57D79D7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0"/>
            <a:ext cx="11144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1050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7C8B14-2FD4-4AE6-BFBF-89BE70009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393"/>
            <a:ext cx="12192000" cy="627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459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3ED30E-9721-46FA-A531-05C0A233A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177"/>
            <a:ext cx="12192000" cy="604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393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03CE7B-FCD2-42CB-BCE9-E3A19F82F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1042"/>
            <a:ext cx="12192000" cy="601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1052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C93C3D-9839-44A8-A068-A45609CF1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3084"/>
            <a:ext cx="12192000" cy="603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460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3E2379-E2EC-4CE7-B6B7-A7A57809D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334"/>
            <a:ext cx="12192000" cy="599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442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EA78F-956C-4553-9849-72F47D5ED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622"/>
            <a:ext cx="12192000" cy="601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8161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699F2-585A-4760-9835-0D02CC609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09" y="1652339"/>
            <a:ext cx="9183382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0013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58D319-BBDC-4340-88E3-7A698A296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60"/>
            <a:ext cx="12192000" cy="679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544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565B09-2E23-4A9A-A046-80FD3E667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7157"/>
            <a:ext cx="12192000" cy="600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33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6EFF7-4618-46D5-8E9B-A1943B9DB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501"/>
            <a:ext cx="12192000" cy="601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606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EDE9B0-75B3-4928-9B16-202795019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501"/>
            <a:ext cx="12192000" cy="601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1218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2FA2FD-4C2C-41B1-90C2-A2011E98E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994"/>
            <a:ext cx="12192000" cy="602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956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9AF8D-9B83-420A-A27F-ADA49BE9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420"/>
            <a:ext cx="12192000" cy="601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8991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FDF202-0287-482C-8A06-E728FC2D5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72" y="1399892"/>
            <a:ext cx="9173855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4848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C3076C-7C10-4686-8A1C-2DEA66D5E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1084"/>
            <a:ext cx="12192000" cy="601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3909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CF17AE-AB8C-4D7B-BCF7-48F133818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870"/>
            <a:ext cx="12192000" cy="600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8432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611D4C-5BF4-45BB-8733-43F1E1495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975"/>
            <a:ext cx="12192000" cy="60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8050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6BA30B-DE56-4584-95E0-242495B58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958"/>
            <a:ext cx="12192000" cy="601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33154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44D5C0-0E30-46AE-9F56-C31241350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823"/>
            <a:ext cx="12192000" cy="600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95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42E01-EC50-4388-B10F-DFC8E2BE2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420"/>
            <a:ext cx="12192000" cy="601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2824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BA476-050B-4224-8686-BE419C96E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25" y="1661866"/>
            <a:ext cx="9135750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113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260A6-BB37-4C00-9FFE-7B1D8480B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025"/>
            <a:ext cx="12192000" cy="599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216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253C1-EC54-4B7A-8D28-B6EBCE930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674"/>
            <a:ext cx="12192000" cy="606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639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09D6A-0327-4A5C-AA8A-064E3F3C2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823"/>
            <a:ext cx="12192000" cy="600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6052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B434B5-6235-417B-ABFC-E59731F58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665"/>
            <a:ext cx="12192000" cy="601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823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D3B3F3-1CCC-43A7-B73F-E953DA977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622"/>
            <a:ext cx="12192000" cy="601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1627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571E1E-E2E5-4420-B0DE-78043E0A4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4019"/>
            <a:ext cx="12192000" cy="600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308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37625-9125-48A1-A06C-5D224EC9C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1990524"/>
            <a:ext cx="9211961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957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52666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421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5118</TotalTime>
  <Words>45</Words>
  <Application>Microsoft Office PowerPoint</Application>
  <PresentationFormat>Widescreen</PresentationFormat>
  <Paragraphs>9</Paragraphs>
  <Slides>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7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接続確認 tnsping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Takuya Miyamoto</dc:creator>
  <cp:lastModifiedBy>Takuya Miyamoto</cp:lastModifiedBy>
  <cp:revision>99</cp:revision>
  <dcterms:created xsi:type="dcterms:W3CDTF">2022-06-28T05:07:52Z</dcterms:created>
  <dcterms:modified xsi:type="dcterms:W3CDTF">2022-12-14T06:05:26Z</dcterms:modified>
</cp:coreProperties>
</file>